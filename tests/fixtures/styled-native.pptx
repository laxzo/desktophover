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CAF61-2086-4A74-9F3D-F83847C52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066C68-C729-458B-B4C4-94537FF84E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A8A0B-A1DA-4CB4-9F0D-66DE906CB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B3CD-C4D6-4ED2-891F-359078CC19A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A705B-2ABC-4DE5-BB53-5C0557827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FA28B-3467-4F39-AE3A-826A6BFAD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EEABF-04AC-4935-8948-D6BE150EC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29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44198-74BB-4661-97EB-8D15D9349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C19F6-7223-4FE6-A8C0-03FC7AD540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EE7C9-02C6-4A47-9387-59188ED76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B3CD-C4D6-4ED2-891F-359078CC19A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C440A-8691-4BD6-B931-9ED444259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40EA2-9E51-49B7-93CB-768C2F768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EEABF-04AC-4935-8948-D6BE150EC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624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702F2-12A8-4BAC-A156-30C9E4758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658E7-DB0C-40DF-B660-5A6F91ECC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A6E57-6DB2-466A-8357-70BBC1803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B3CD-C4D6-4ED2-891F-359078CC19A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24F67-94EB-42DB-9187-2DC96950A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C6F01-CE6E-4061-AD1A-9B40AB973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EEABF-04AC-4935-8948-D6BE150EC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11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400F9-00D2-4CC1-86A5-DEE1D4185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85D14-AB27-402C-B1CA-5E2A0613DE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EAE5B1-1BDD-4D24-8869-2CF2E7A6C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A2183-CF5B-4B3D-B216-FB227DDFE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B3CD-C4D6-4ED2-891F-359078CC19A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929FCC-9B28-48BE-9AE7-4BA267CE8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F0E2D5-DD09-493F-B6E5-88CD6CF27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EEABF-04AC-4935-8948-D6BE150EC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53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CDE94-D8A7-4873-85BB-7BB03EFF8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D164B-4D4F-45F5-96C4-9A84FEBAC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B879DF-76D1-47A3-A19F-2E8829A52C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2A6134-B8C2-4762-ADC4-E786BE7440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EB1C45-9512-4278-8C08-6806B8C9C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0B4F4E-4101-4CFB-B9EF-433CD19D1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B3CD-C4D6-4ED2-891F-359078CC19A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F0222A-C0F6-47E1-9105-E37984A74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3D5627-2EAE-461A-BFBB-C7E3A4FF8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EEABF-04AC-4935-8948-D6BE150EC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808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BEDA2-5FDD-4711-B6FD-B68AF427B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EF3645-F277-4D39-9DA2-BC536BE1B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B3CD-C4D6-4ED2-891F-359078CC19A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AEA12A-682C-4309-950C-1AEC1FCF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9339E6-48B1-451E-9FCE-0DC362F79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EEABF-04AC-4935-8948-D6BE150EC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35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6F1725-CA05-4471-8568-F672E47FD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B3CD-C4D6-4ED2-891F-359078CC19A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36EC2D-0721-4964-87C8-CCE76556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C83AC-1887-4CF8-8FCD-17C8BFA20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EEABF-04AC-4935-8948-D6BE150EC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279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B2A43-2A2C-4362-A637-A485E4984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2B0E7-BCCA-4319-8AA8-A3D8F82A4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F39CE9-D937-49CC-B75E-11398696FB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7C0681-8ED2-434C-9788-C97938E9E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B3CD-C4D6-4ED2-891F-359078CC19A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CF9715-F53C-4DC1-9D47-F3A9FB1D4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F08E6-D7CB-47C7-8BC9-ACE1B07FB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EEABF-04AC-4935-8948-D6BE150EC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402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91C82-2516-457F-AAC3-A7966181C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D250A9-2965-45E2-BAFF-CFC10BFDBF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5B6068-9EB7-4B27-93CB-85FC751BB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A00731-9168-4E7C-90D8-9787FC7EB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B3CD-C4D6-4ED2-891F-359078CC19A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44C91B-111D-4715-B6FA-DC42113CF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01E126-E047-4726-8E8F-3F7599B08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EEABF-04AC-4935-8948-D6BE150EC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05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195F0-B2B6-48C2-BB4C-75E86A521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536C49-B6C2-4DEE-8D48-02BB15139B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DC7F6-63E0-4210-B0C3-13AAC4F61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B3CD-C4D6-4ED2-891F-359078CC19A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F159CF-EF7E-42E8-ABB7-5CD3C7F6F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FD4DA-41C3-4308-9E17-53E94852C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EEABF-04AC-4935-8948-D6BE150EC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459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3008E3-0FA1-41F7-910D-95245E4617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F63365-DB63-4CD3-AB66-5C79D20543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9B65F-9ABB-45D4-9921-4E1050267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95B3CD-C4D6-4ED2-891F-359078CC19A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E0D23-30E1-4C48-9623-00E60DDB9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9BEFE-736C-410D-A890-53CF506F4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BEEABF-04AC-4935-8948-D6BE150EC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807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118C71-1797-4CFD-81F8-F292211E4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01A6C3-7BBA-4792-8163-79338B1A4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6C6EF-E50C-4DB7-9347-42E74E1491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95B3CD-C4D6-4ED2-891F-359078CC19A9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ACD24-10BC-4A55-A854-8B34CFDEC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B1072-B6E2-499B-9D0C-62A900124E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BEEABF-04AC-4935-8948-D6BE150EC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88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0140FAB-8D84-45D6-99A4-0401AC0B8358}"/>
              </a:ext>
            </a:extLst>
          </p:cNvPr>
          <p:cNvSpPr/>
          <p:nvPr/>
        </p:nvSpPr>
        <p:spPr>
          <a:xfrm rot="-240000">
            <a:off x="914400" y="990600"/>
            <a:ext cx="10363200" cy="4064000"/>
          </a:xfrm>
          <a:prstGeom prst="roundRect">
            <a:avLst/>
          </a:prstGeom>
          <a:solidFill>
            <a:srgbClr val="207AA9"/>
          </a:solidFill>
          <a:ln w="63500">
            <a:solidFill>
              <a:srgbClr val="69DB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C56D83-1AF5-46D4-9620-E1CAE3DADF94}"/>
              </a:ext>
            </a:extLst>
          </p:cNvPr>
          <p:cNvSpPr txBox="1"/>
          <p:nvPr/>
        </p:nvSpPr>
        <p:spPr>
          <a:xfrm>
            <a:off x="1524000" y="2095500"/>
            <a:ext cx="9144000" cy="184665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3800" i="1">
                <a:solidFill>
                  <a:srgbClr val="FFFFFF"/>
                </a:solidFill>
                <a:latin typeface="Georgia" panose="02040502050405020303" pitchFamily="18" charset="0"/>
              </a:rPr>
              <a:t>Original slide style</a:t>
            </a:r>
          </a:p>
          <a:p>
            <a:pPr algn="ctr"/>
            <a:r>
              <a:rPr lang="en-US" sz="3800" i="1">
                <a:solidFill>
                  <a:srgbClr val="FFFFFF"/>
                </a:solidFill>
                <a:latin typeface="Georgia" panose="02040502050405020303" pitchFamily="18" charset="0"/>
              </a:rPr>
              <a:t>Georgia italic - rounded shape - custom colors</a:t>
            </a:r>
          </a:p>
        </p:txBody>
      </p:sp>
    </p:spTree>
    <p:extLst>
      <p:ext uri="{BB962C8B-B14F-4D97-AF65-F5344CB8AC3E}">
        <p14:creationId xmlns:p14="http://schemas.microsoft.com/office/powerpoint/2010/main" val="2931579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Georgia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Nauris Samsonovs</dc:creator>
  <cp:lastModifiedBy>Nauris Samsonovs</cp:lastModifiedBy>
  <cp:revision>1</cp:revision>
  <dcterms:created xsi:type="dcterms:W3CDTF">2026-10-26T12:48:42Z</dcterms:created>
  <dcterms:modified xsi:type="dcterms:W3CDTF">2026-10-26T12:48:42Z</dcterms:modified>
</cp:coreProperties>
</file>